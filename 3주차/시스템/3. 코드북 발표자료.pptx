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 발표 시작. 팀 B, 코드북 기획.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각자 밝은 영역과 덜한 영역을 한 줄로.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리뷰가 달린 PR은 12개 중 1개. 두 사건이 이유를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diff는 바뀐 줄만 보여준다. 필요한 건 파일의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게임북 구조. 아는 사람은 4단계, 모르는 사람은 12단계, 도착점은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원칙. 파일 없이도 성립하는 글은 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0단계에서 배경지식을 먼저 채운다. 프롬프트만으로는 보장되지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시나리오입니다. 실제 발언이 아니라 이런 식으로 쓰인다는 흐름.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단계. 네 번째 기록이 시스템의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만든 코드북 일부. 1번에서 아는 사람은 6번으로 건너뛴다.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유출 금지 필드와, 조건 하나가 빠졌을 때의 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채널에 남는 기록과 저장소에 쌓이는 파일. 예시 로그입니다.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배운 것 세 가지, 소개할 것 세 가지.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 재생.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5425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발표 · TEAM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4217640"/>
            <a:ext cx="1760220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spc="-2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코드북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5612011"/>
            <a:ext cx="17602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30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 시스템 기획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9018389"/>
            <a:ext cx="495340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평가 항목 — “코드를 이해할 수 있는가?”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78893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소개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7242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이현우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310955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밝음 · 프론트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4682430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덜함 · 백엔드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372100" y="37242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유민성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72100" y="4310955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밝음 · DB · 서버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72100" y="4682430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덜함 · 프론트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01200" y="37242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0" y="4310955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밝음 · 화면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01200" y="4682430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덜함 · 상태관리 · 소켓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830300" y="37242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김정현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830300" y="4310955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밝음 · 봇 · 계약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830300" y="4682430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덜함 · 화면 구현</a:t>
            </a:r>
            <a:endParaRPr lang="en-US" sz="1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02661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문제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배경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724275"/>
            <a:ext cx="414123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268986"/>
            <a:ext cx="4141232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9"/>
              </a:lnSpc>
              <a:buNone/>
            </a:pPr>
            <a:r>
              <a:rPr lang="en-US" sz="11100" spc="-333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1100" dirty="0"/>
          </a:p>
        </p:txBody>
      </p:sp>
      <p:sp>
        <p:nvSpPr>
          <p:cNvPr id="7" name="Text 5"/>
          <p:cNvSpPr/>
          <p:nvPr/>
        </p:nvSpPr>
        <p:spPr>
          <a:xfrm>
            <a:off x="1143000" y="5907286"/>
            <a:ext cx="414123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리뷰가 달린 PR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050756" y="3724275"/>
            <a:ext cx="11094244" cy="1586657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6050756" y="4114800"/>
            <a:ext cx="112395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79506" y="4076700"/>
            <a:ext cx="1063204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박진 — “공용 컴포넌트를 못 만들겠다”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79506" y="4621411"/>
            <a:ext cx="106320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테마 결정권이 자기에게 있는 줄 몰랐음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050756" y="5310932"/>
            <a:ext cx="11094244" cy="1596182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6050756" y="5701457"/>
            <a:ext cx="112395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479506" y="5663357"/>
            <a:ext cx="1063204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유민성 — knowledge.ts 독립 개발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79506" y="6208068"/>
            <a:ext cx="106320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봇 쪽에서 이미 검토·보류한 기능이었음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8919270"/>
            <a:ext cx="176022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“리뷰를 안 한 게 아니라, 남의 코드를 읽을 진입로가 없었다.”</a:t>
            </a:r>
            <a:endParaRPr lang="en-US" sz="25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86679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지식 비대칭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팀원마다 아는 것이 다르다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724275"/>
            <a:ext cx="82981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리뷰가 보여주는 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31095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바뀐 줄 (diff)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601200" y="3724275"/>
            <a:ext cx="82981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우리에게 필요했던 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0" y="431095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파일이 애초에 뭘 하는가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43000" y="5368230"/>
            <a:ext cx="160020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2667000" y="5663505"/>
            <a:ext cx="343376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이현우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81750" y="5663505"/>
            <a:ext cx="343376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유민성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96500" y="5663505"/>
            <a:ext cx="343376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811250" y="5663505"/>
            <a:ext cx="343376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김정현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3000" y="6421636"/>
            <a:ext cx="160020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143000" y="6735961"/>
            <a:ext cx="121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밝음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67000" y="6716911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381750" y="6716911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DB·서버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096500" y="6716911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811250" y="6716911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봇·계약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7386489"/>
            <a:ext cx="160020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1143000" y="7700814"/>
            <a:ext cx="121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덜함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67000" y="7681764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381750" y="7681764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096500" y="7681764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상태관리·소켓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811250" y="7681764"/>
            <a:ext cx="343376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구현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43000" y="8351341"/>
            <a:ext cx="160020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56082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분기형 코드북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419475"/>
            <a:ext cx="1639237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30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게임북(텍스트 어드벤처)처럼, 읽는 사람의 수준에 따라 경로가 갈린다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4752975"/>
            <a:ext cx="4000500" cy="1861096"/>
          </a:xfrm>
          <a:prstGeom prst="roundRect">
            <a:avLst>
              <a:gd name="adj" fmla="val 4094"/>
            </a:avLst>
          </a:prstGeom>
          <a:solidFill>
            <a:srgbClr val="242532">
              <a:alpha val="70000"/>
            </a:srgbClr>
          </a:solidFill>
          <a:ln w="9525">
            <a:solidFill>
              <a:srgbClr val="595D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5425" y="5067300"/>
            <a:ext cx="362521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5425" y="5528221"/>
            <a:ext cx="36252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봇이 서버 안/밖에서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95425" y="5913983"/>
            <a:ext cx="36252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도는지 아시나요?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143500" y="5678686"/>
            <a:ext cx="685800" cy="9525"/>
          </a:xfrm>
          <a:prstGeom prst="rect">
            <a:avLst/>
          </a:prstGeom>
          <a:solidFill>
            <a:srgbClr val="595D6C"/>
          </a:solidFill>
          <a:ln/>
        </p:spPr>
      </p:sp>
      <p:sp>
        <p:nvSpPr>
          <p:cNvPr id="11" name="Text 9"/>
          <p:cNvSpPr/>
          <p:nvPr/>
        </p:nvSpPr>
        <p:spPr>
          <a:xfrm>
            <a:off x="5829300" y="4959995"/>
            <a:ext cx="9525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972300" y="4899571"/>
            <a:ext cx="1053852" cy="593378"/>
          </a:xfrm>
          <a:prstGeom prst="roundRect">
            <a:avLst>
              <a:gd name="adj" fmla="val 50000"/>
            </a:avLst>
          </a:prstGeom>
          <a:ln w="9525">
            <a:solidFill>
              <a:srgbClr val="5D52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1375" y="5004346"/>
            <a:ext cx="69190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292852" y="5191423"/>
            <a:ext cx="4290268" cy="9525"/>
          </a:xfrm>
          <a:prstGeom prst="rect">
            <a:avLst/>
          </a:prstGeom>
          <a:solidFill>
            <a:srgbClr val="595D6C"/>
          </a:solidFill>
          <a:ln/>
        </p:spPr>
      </p:sp>
      <p:sp>
        <p:nvSpPr>
          <p:cNvPr id="15" name="Text 13"/>
          <p:cNvSpPr/>
          <p:nvPr/>
        </p:nvSpPr>
        <p:spPr>
          <a:xfrm>
            <a:off x="12849820" y="4959995"/>
            <a:ext cx="212627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2번 · 짧은 설명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29300" y="5934373"/>
            <a:ext cx="9525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아니오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972300" y="5873948"/>
            <a:ext cx="1145679" cy="593378"/>
          </a:xfrm>
          <a:prstGeom prst="roundRect">
            <a:avLst>
              <a:gd name="adj" fmla="val 50000"/>
            </a:avLst>
          </a:prstGeom>
          <a:ln w="9525">
            <a:solidFill>
              <a:srgbClr val="5D52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1375" y="5978723"/>
            <a:ext cx="783729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12단계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8384679" y="6165800"/>
            <a:ext cx="4281041" cy="9525"/>
          </a:xfrm>
          <a:prstGeom prst="rect">
            <a:avLst/>
          </a:prstGeom>
          <a:solidFill>
            <a:srgbClr val="595D6C"/>
          </a:solidFill>
          <a:ln/>
        </p:spPr>
      </p:sp>
      <p:sp>
        <p:nvSpPr>
          <p:cNvPr id="20" name="Text 18"/>
          <p:cNvSpPr/>
          <p:nvPr/>
        </p:nvSpPr>
        <p:spPr>
          <a:xfrm>
            <a:off x="12932420" y="5934373"/>
            <a:ext cx="203541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6번 · 구조부터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5240000" y="4752975"/>
            <a:ext cx="9525" cy="1861096"/>
          </a:xfrm>
          <a:prstGeom prst="rect">
            <a:avLst/>
          </a:prstGeom>
          <a:solidFill>
            <a:srgbClr val="5D5294"/>
          </a:solidFill>
          <a:ln/>
        </p:spPr>
      </p:sp>
      <p:sp>
        <p:nvSpPr>
          <p:cNvPr id="22" name="Text 20"/>
          <p:cNvSpPr/>
          <p:nvPr/>
        </p:nvSpPr>
        <p:spPr>
          <a:xfrm>
            <a:off x="15516225" y="4752975"/>
            <a:ext cx="1628775" cy="1899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도착점 동일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56082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724275"/>
            <a:ext cx="271563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ZETEO 안에서만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310955"/>
            <a:ext cx="271563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성립하는 설명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26161" y="372427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26161" y="431095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설명한다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09471" y="372427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도착점을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09471" y="431095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명시한다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292780" y="372427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깨지면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292780" y="431095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나는가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76090" y="372427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경로도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76090" y="4310955"/>
            <a:ext cx="271580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내용은 안 건너뜀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7597378"/>
            <a:ext cx="12373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시안(llm.ts)은 폐기됐다 — 파일 없이도 성립하는 글이었다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8273653"/>
            <a:ext cx="17602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“SDK란 무엇인가”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8908852"/>
            <a:ext cx="17602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“이 함수는 게임의 어느 순간에 불리는가”</a:t>
            </a:r>
            <a:endParaRPr lang="en-US" sz="1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56082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— /codebook 스킬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419475"/>
            <a:ext cx="105757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0단계 — 배경지식을 먼저 채운다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5624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설계원칙 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72100" y="45624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 분담표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0" y="45624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요약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830300" y="4562475"/>
            <a:ext cx="364617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spc="-3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결정적 사건 6건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5606355"/>
            <a:ext cx="12373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없으면 만들어지는 건, 검색하면 나오는 글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7776270"/>
            <a:ext cx="1011782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33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“프롬프트는 경향을 만들 뿐, 보장하지 않는다”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43000" y="8629650"/>
            <a:ext cx="96551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제시어 유출을 프롬프트로 두 번 막았다가 두 번 다 뚫린 뒤 얻은 결론 — 코드 어디에도 적혀 있지 않다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39132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방안 · 사용 예시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시나리오 — 파트 C 담당자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343275"/>
            <a:ext cx="120298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diff는 꾸준히 봐왔지만, 그 파일이 게임 전체에서 어떤 역할을 하는지는 자신 있게 설명하기 어려운 상태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4019550"/>
            <a:ext cx="4296966" cy="525661"/>
          </a:xfrm>
          <a:prstGeom prst="roundRect">
            <a:avLst>
              <a:gd name="adj" fmla="val 50000"/>
            </a:avLst>
          </a:prstGeom>
          <a:ln w="9525">
            <a:solidFill>
              <a:srgbClr val="5D52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4105275"/>
            <a:ext cx="40258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72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시나리오 — 실제 발언이 아닙니다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5154811"/>
            <a:ext cx="37266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5535811"/>
            <a:ext cx="49184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핀 메시지의 메뉴판에서 어떤 파일이 있는지 훑어본다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56350" y="5154811"/>
            <a:ext cx="37266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56350" y="5535811"/>
            <a:ext cx="491840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채널에 경로를 그대로 적는다 —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apps/backend/src/view.ts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369701" y="5154811"/>
            <a:ext cx="37266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69701" y="5535811"/>
            <a:ext cx="4918558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/codebook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→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3주차/코드북/view.md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커밋·링크 공유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6783586"/>
            <a:ext cx="37266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7164586"/>
            <a:ext cx="49184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1번 노드에서 “아니오”를 골라 2번부터 순서대로 읽는다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756350" y="6783586"/>
            <a:ext cx="37266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56350" y="7164586"/>
            <a:ext cx="49184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“8번 이해 안 됨”을 남기면 그 노드만 쪼갠 버전이 다시 올라온다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69701" y="6783586"/>
            <a:ext cx="37266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69701" y="7164586"/>
            <a:ext cx="52528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14번(도착)까지 읽고 채널에 한 줄 남긴다</a:t>
            </a:r>
            <a:endParaRPr lang="en-US" sz="1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39132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방안 · 사용 예시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흐름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4105275"/>
            <a:ext cx="3048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600575"/>
            <a:ext cx="31180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spc="-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메뉴판 확인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434780" y="4105275"/>
            <a:ext cx="3048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34780" y="4600575"/>
            <a:ext cx="31180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spc="-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요청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726561" y="4105275"/>
            <a:ext cx="3048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26561" y="4600575"/>
            <a:ext cx="31182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spc="-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코드북 생성·커밋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018490" y="4105275"/>
            <a:ext cx="3048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018490" y="4600575"/>
            <a:ext cx="31180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spc="-34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“설명 가능” 기록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4310271" y="4105275"/>
            <a:ext cx="3048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10271" y="4600575"/>
            <a:ext cx="31182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spc="-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막힌 곳 개선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43000" y="8281095"/>
            <a:ext cx="176022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④가 이 시스템의 증거다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43000" y="9001125"/>
            <a:ext cx="12373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문서는 AI가 썼어도, “A가 X를 몰랐는데 이제 설명할 수 있다”는 사람의 기록이다.</a:t>
            </a:r>
            <a:endParaRPr lang="en-US" sz="1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151" y="9551789"/>
            <a:ext cx="2171849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39132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방안 · 사용 예시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코드북 예시 — 분기 노드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724275"/>
            <a:ext cx="17602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apps/backend/src/view.ts 코드북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4260503"/>
            <a:ext cx="17602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시점 가장 최신인 origin/dev 기준 (98줄)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143000" y="5241578"/>
            <a:ext cx="9525" cy="3425875"/>
          </a:xfrm>
          <a:prstGeom prst="rect">
            <a:avLst/>
          </a:prstGeom>
          <a:solidFill>
            <a:srgbClr val="5D5294"/>
          </a:solidFill>
          <a:ln/>
        </p:spPr>
      </p:sp>
      <p:sp>
        <p:nvSpPr>
          <p:cNvPr id="8" name="Text 6"/>
          <p:cNvSpPr/>
          <p:nvPr/>
        </p:nvSpPr>
        <p:spPr>
          <a:xfrm>
            <a:off x="1533525" y="5241578"/>
            <a:ext cx="786860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시작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33525" y="5767239"/>
            <a:ext cx="78686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spc="-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파일이 뭘 하는지 아시나요?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33525" y="6348264"/>
            <a:ext cx="7367873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방(room)의 진짜 상태 하나를 놓고, 플레이어마다 다른 결과를 만들어내는 함수예요.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33525" y="7382619"/>
            <a:ext cx="7367873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방인데 사람마다 다른 화면을 받는다는 걸 이미 아신다 → 6번으로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33525" y="8283625"/>
            <a:ext cx="786860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아니요, 처음 봅니다 → 2번으로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601200" y="5241578"/>
            <a:ext cx="9525" cy="3425875"/>
          </a:xfrm>
          <a:prstGeom prst="rect">
            <a:avLst/>
          </a:prstGeom>
          <a:solidFill>
            <a:srgbClr val="5D5294"/>
          </a:solidFill>
          <a:ln/>
        </p:spPr>
      </p:sp>
      <p:sp>
        <p:nvSpPr>
          <p:cNvPr id="14" name="Text 12"/>
          <p:cNvSpPr/>
          <p:nvPr/>
        </p:nvSpPr>
        <p:spPr>
          <a:xfrm>
            <a:off x="9991725" y="5241578"/>
            <a:ext cx="786860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이 파일의 지도 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91725" y="5767239"/>
            <a:ext cx="78686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spc="-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아는 사람은 8~11번만 훑고 12번으로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991725" y="6348264"/>
            <a:ext cx="786860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그렇게 가도 이 파일의 핵심을 다 봐요.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91725" y="6998791"/>
            <a:ext cx="7367873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survey가 result에서 갈라진 별도 phase라는 걸 아시나요? → 9번으로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91725" y="7899797"/>
            <a:ext cx="786860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모르겠습니다 → 8번으로</a:t>
            </a:r>
            <a:endParaRPr lang="en-US" sz="1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5840" y="9551789"/>
            <a:ext cx="2329160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39132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방안 · 사용 예시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코드북 예시 — 깨지면 무슨 일이 나는가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3648075"/>
            <a:ext cx="16002000" cy="1436191"/>
          </a:xfrm>
          <a:prstGeom prst="roundRect">
            <a:avLst>
              <a:gd name="adj" fmla="val 5306"/>
            </a:avLst>
          </a:prstGeom>
          <a:solidFill>
            <a:srgbClr val="242532">
              <a:alpha val="70000"/>
            </a:srgbClr>
          </a:solidFill>
          <a:ln w="9525">
            <a:solidFill>
              <a:srgbClr val="595D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4000500"/>
            <a:ext cx="1570101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E9E9ED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★ 설계원칙 5 (봇 정보 유출 금지) — 반드시 게임이 끝난 뒤(result·survey)에만 채운다. </a:t>
            </a:r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E9E9ED"/>
                </a:solidFill>
                <a:highlight>
                  <a:srgbClr val="65666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revealedBotId: </a:t>
            </a:r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isPostGame</a:t>
            </a:r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E9E9ED"/>
                </a:solidFill>
                <a:highlight>
                  <a:srgbClr val="65666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(room.players.find((p) =&gt; p.isBot)?.id ?? null) : null,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5465266"/>
            <a:ext cx="135172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예를 들어 revealedBotId의 isPostGame ?를 실수로 지우면, 게임 시작하자마자 모든 클라이언트가 GameState.revealedBotId로 봇의 정체를 받게 돼요.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8919270"/>
            <a:ext cx="176022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“이제 이걸 설명할 수 있습니다.”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5840" y="9551789"/>
            <a:ext cx="2329160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39132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방안 · 사용 예시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— 채널에 남는 기록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648075"/>
            <a:ext cx="81724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spc="156" kern="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#code-book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4019550"/>
            <a:ext cx="1219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590800" y="4019550"/>
            <a:ext cx="65798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apps/backend/src/view.ts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4651028"/>
            <a:ext cx="1219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590800" y="4651028"/>
            <a:ext cx="65798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— 3주차/코드북/view.md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5282505"/>
            <a:ext cx="1219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590800" y="5282505"/>
            <a:ext cx="65798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8번 이해 안 됨 (설계원칙 5가 뭔지 모르겠어요)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913983"/>
            <a:ext cx="1219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590800" y="5913983"/>
            <a:ext cx="65798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8번 노드 다시 씀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6583561"/>
            <a:ext cx="12192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590800" y="6545461"/>
            <a:ext cx="616115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 view.ts가 왜 유일한 상태 출구인지 설명할 수 있습니다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715500" y="3648075"/>
            <a:ext cx="81724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spc="156" kern="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TeamB 저장소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15500" y="4019550"/>
            <a:ext cx="7652385" cy="3009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3주차/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시스템/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코드북_기획.md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파일트리.md   (메뉴판)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유저 시나리오.md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와이어프레임.md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코드북/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 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view.md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(요청한 파일별로 누적)</a:t>
            </a:r>
            <a:endParaRPr lang="en-US" sz="1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5840" y="9551789"/>
            <a:ext cx="2329160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23527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2410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372427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spc="156" kern="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알게 된 점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29640" y="4095750"/>
            <a:ext cx="7833360" cy="1927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없이는 설명도 없다</a:t>
            </a:r>
            <a:endParaRPr lang="en-US" sz="2400" dirty="0"/>
          </a:p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길도 내용은 건너뛰지 않는다</a:t>
            </a:r>
            <a:endParaRPr lang="en-US" sz="2400" dirty="0"/>
          </a:p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프롬프트는 경향일 뿐, 보장이 아니다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0" y="3724275"/>
            <a:ext cx="82981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spc="156" kern="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소개하고 싶은 내용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87840" y="4095750"/>
            <a:ext cx="7833360" cy="1927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게임북 구조의 분기형 코드북</a:t>
            </a:r>
            <a:endParaRPr lang="en-US" sz="2400" dirty="0"/>
          </a:p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“이제 설명할 수 있습니다” — 사람의 기록</a:t>
            </a:r>
            <a:endParaRPr lang="en-US" sz="2400" dirty="0"/>
          </a:p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0단계 배경지식을 갖춘 /codebook 스킬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5840" y="9551789"/>
            <a:ext cx="2329160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2A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81781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222897"/>
            <a:ext cx="243389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4500" spc="-67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영상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3318272"/>
            <a:ext cx="8572500" cy="4822031"/>
          </a:xfrm>
          <a:prstGeom prst="roundRect">
            <a:avLst>
              <a:gd name="adj" fmla="val 1580"/>
            </a:avLst>
          </a:prstGeom>
          <a:ln w="9525">
            <a:solidFill>
              <a:srgbClr val="E8E8ED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3938" y="3327797"/>
            <a:ext cx="8810625" cy="4841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시연 영상을 삽입하세요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2026-08-14T02:08:28Z</dcterms:created>
  <dcterms:modified xsi:type="dcterms:W3CDTF">2026-08-14T02:08:28Z</dcterms:modified>
</cp:coreProperties>
</file>